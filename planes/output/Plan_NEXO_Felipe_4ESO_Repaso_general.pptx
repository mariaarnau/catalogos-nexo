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8610630"/>
  <p:notesSz cx="861063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O C U M E N T O P R I VA D O · P L A N P E R S O N A L I Z A D O
 Tu plan a medida en
 NEXO Académico
Un acompañamiento diseñado específicamente para Felipe, con repaso
 general de todas sus asignaturas.
 Felipe
 4º ESO · PROFESOR: SANTI
 C U R S O 2 0 2 6 – 2 0 2 7 — C O N D I C I O N E S V Á L I D A S PA R A E S TA F A M I L I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 CALENDARIO
 SU PRIMER MES
Octubre, bono a bono
Cada dos semanas, un bono de 16h con Santi. Así se ve su primer mes: sin permanencia,
renovando cada quincena.
 Octubre 2026 Un bono de 16h cada 2 semanas
 LUN MAR MIÉ JUE VIE SÁB DOM
 28 29 30 1 2 3 4
 INICIO · BONO 1
 5 6 7 8 9 10 11
 FESTIVO
 12 13 14 15 16 17 18
 RENOVACIÓN ·
 FESTIVO BONO 2
 19 20 21 22 23 24 25
 26 27 28 29 30 31 1
 RENOVACIÓN ·
 BONO 3
 Bono 1 Bono 2 Bono 3
 Del 1 al 14 de octubre · 16h Del 15 al 28 de octubre · 16h Del 29 de octubre al 11 de noviembre ·
 16h
Nexo Académico · Plan personalizado nexoacademico.com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TRABAJAMOS
 EL PROCESO
Así acompañamos a Felipe cada mes
Santi será su profesor de referencia, con sesiones de repaso de todas sus asignaturas y ajuste
continuo según lo que necesite reforzar.
 01 02 03
 Sesión con el profesor Enfoque a sus exámenes Ajuste continuo
 Felipe tiene a Santi como profesor de Cada sesión se centra en lo que tiene Si necesita reforzar un bloque
 referencia, con horario fijo cada más cerca: trabajos, entregas o el concreto antes de un examen, el
 semana en vuestra casa. próximo examen. enfoque de las sesiones se adapta sin
 coste extra.
 1 0 1 100%
 PROFESOR DE REFERENCIA GESTIONES A CARGO TUYO INTERLOCUTOR: NOSOTROS SUSTITUCIÓN GARANTIZADA
Nexo Académico · Plan personalizado nexoacademico.com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INFORMES
 SEGUIMIENTO INCLUIDO
Un informe real para Felipe
Felipe tiene su propio informe de seguimiento dentro del plan, sin coste adicional. Esto es lo que
incluye cada mes:
✓ Horas dedicadas y sesiones realizadas ✓ Evolución por asignatura, semana a semana
✓ Puntos fuertes y áreas de mejora detectadas ✓ Plan de trabajo propuesto para el mes siguiente
✓ Qué puede reforzarse en casa ✓ Acceso al área privada del alumno
 Informe de seguimiento mensual EJEMPLO
 32h 100% 4 A+
 SESIONES DEL MES ASISTENCIA ASIGNATURAS SEGUIDAS PROGRESO DEL MES
 Matemáticas 7,0
 Física y Química 6,8
 Inglés 7,2
 Lengua 6,5
Nexo Académico · Plan personalizado nexoacademico.com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INFORMES
 ASÍ LO VERÉIS VOSOTROS
El informe, capturado desde el móvil
Cuatro pantallas de ejemplo del informe que recibiréis en vuestra área privada.
 INFORME DE SEGUIMIENTO MENSUAL
 MATEMÁTICAS Comparado con octubre Planificación trimestral
 Felipe Felipe · con Santi · lunes a jueves, 17:00–19:00
 Felipe · Matemáticas — Evolución nota estimada, 4 Felipe · Matemáticas
 Matemáticas · Noviembre 2026 semanas
 Ecuaciones 2,5h 3 desde la fecha de este informe hasta los
 7,0 16 32h 16/16 6,3
 6,8 7,2
 exámenes de la 1ª evaluación
 NOTA EST. SESIONES DEDICADAS ASISTENCIA
 Funciones 1,8h
 5,8 sem
 Estadística 1,2h
 MAYOR PROGRESO DEL MES Calendario de preparación — diciembre 2026
 Problemas 0,5h
 Matemáticas — de 6,0 a 7,0, muy buen Sem 1 Sem 2 Sem 3 Sem 4 L M X J V S D
 ritmo este mes
 PUNTOS FUERTES
 1 2 3 4 5 6
 — Muy constante con los deberes 76% 81% 62%
 Resumen del mes — Resuelve ecuaciones con soltura
 COMPRENSIÓN CONSTANCIA AUTONOMÍA
 7 8 9 10 11 12 13
 En noviembre, Felipe ha hecho 16 sesiones con
 A TENER EN CUENTA Resolución de problemas 14 15 16 17 18 19 20
 Santi sin faltar a ninguna. Ha mejorado mucho en
 — Problemas: le cuesta plantearlos Octubre: 60% ▲ Noviembre: 79%
 Matemáticas y lleva Inglés al día. El punto de Plantea mejor el enunciado antes de operar. 21 22 23 24 25 26 27
 trabajo es Lengua: comentario de texto y sintaxis. — Repasar antes de cada examen
 Autonomía 28 29 30 31
 Octubre: 50% ▲ Noviembre: 62%
 PRÁCTICA EN CASA Cada vez necesita menos ayuda para empezar. ● Sesión de clase ● Examen
 PRÓXIMA SESIÓN — MARTES 1
 · 15 min diarios de ejercicios
 Matemáticas: sistemas de ecuaciones + repaso · Esquema de cada tema nuevo Antes Ahora
 de Física. CONCLUSIÓN Sin refuerzo fijo Bono quincenal de 16h con
 Noviembre cierra con una tendencia muy Santi
 positiva. El foco de diciembre es preparar los
 exámenes de la 1ª evaluación.
 Portada del informe Detalle por asignatura Comparativa mensual Planificación trimestral
 Nota estimada, sesiones, horas Temas trabajados con horas Evolución de la nota estimada Cuenta atrás y calendario de
 dedicadas y el mayor progreso dedicadas, puntos fuertes y a respecto al mes anterior, semana preparación antes del examen.
 detectado. mejorar. a semana.
Nexo Académico · Plan personalizado nexoacademico.com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 R I F A S · P R E S E N C I A L E N C A S A D E L A L U M N O
 TA R I FA S E S O · P R E S E N C I A L E N C A S A D E L A L U M N O
Bonos de horas. Sin permanencia.
Pagáis por adelantado. Sin letra pequeña. Más horas, mejor precio.
 Más elegido
 2h 4h 8h 12h
 ESO ESO ESO ESO
 48,00 €
 44,00 € 94,00 € 185,00 € 270,00 €
 ★ Precio nuevos alumnos
 ✓ Evaluación inicial ✓ Plan de trabajo ✓ Plan de trabajo
 ✓ Evaluación inicial
 ✓ Sustitución ✓ Ajuste de horas entre ✓ Ajuste de horas entre
 ✓ Sustitución garantizada bloques bloques
 garantizada
 ✓ Área privada alumno ✓ Área privada alumno
Nexo Académico · Guía ESO nexoacademico.com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PERSONALIZADO · FELIPE
 F Felipe
 4º ESO · REPASO GENERAL · PROFESOR: SANTI
 SU BONO QUINCENAL
Bono de 16h cada 2 semanas
Pensado para Felipe: 16 horas de clase presencial cada dos semanas con Santi, en vuestra casa.
Si alguna quincena hace falta más, cada hora extra cuesta 19 €. Se renueva cada dos semanas,
sin permanencia.
 BONO EXCLUSIVO PARA FELIPE
 325 € 20,31 € /h 19 €
 cada 2 semanas · 16h de clase precio por hora del bono cada hora extra
 Tarifa base presencial 24,00 €/h
 Bono de 16h 20,31 €/h −15%
 Hora extra 19,00 €/h −21%
 Ejemplo: si en dos semanas hace 18h → 325 € + 2 × 19 € = 363 €
Nexo Académico · Plan personalizado nexoacademico.com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AHORRÁIS
 EL DESCUENTO, EN NÚMEROS
Cuantas más horas, más ahorráis
Comparado con la tarifa base presencial de 4º ESO (24 €/h). Con 12 horas a la semana, el ahorro
llega a casi 200 € cada 4 semanas.
 8h Tarifa base 384 € 118 €
 Con su bono 325 € de ahorro cada 4 semanas
 a la semana
 59 € por bono de 2 semanas
 10h Tarifa base 480 € 158 €
 Con su bono 401 € de ahorro cada 4 semanas
 a la semana
 79 € por bono de 2 semanas
 12h Tarifa base
 Con su bono
 576 €
 477 €
 198 €
 a la semana de ahorro cada 4 semanas
 99 € por bono de 2 semanas
Cálculo frente a la tarifa base presencial de 24 €/h. 4 semanas = 2 bonos de 16h. Las horas que pasen de 16 en cada quincena se cobran a 19 € la hora.
Nexo Académico · Plan personalizado nexoacademico.com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DEL PLAN
 RESUMEN
Su plan, de un vistazo
El bono de Felipe, de un vistazo.
 Cada 2 semanas Por hora
 Felipe — Bono de 16h
 F
 Cada 2 semanas · 4º ESO · Repaso general · Profesor: Santi 325 € 20,31 €
 Cada hora
 Hora extra
 +
 Si una quincena hacen falta más de 16h 19 €
— Profesor de referencia: Santi, presencial en vuestra casa.
— Repaso general de todas las asignaturas de 4º ESO.
— Se renueva cada 2 semanas, sin permanencia.
— Hasta 198 € de ahorro cada 4 semanas frente a la tarifa base (con 12h semanales).
 " Un plan a medida para que Felipe llegue a cada examen con todo trabajado.
Nexo Académico · Plan personalizado nexoacademico.com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VÁLIDO CURSO 2026–2027
 ¿Confirmamos el mes?
 Escríbenos para confirmar la renovación de cada bono o cualquier ajuste de
 horas de Felipe.
 💬 Escríbenos por WhatsApp
🌐 nexoacademico.com 📞 699 52 93 99 ✉️ nexoacademicopremium@gmail.com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6"/>
        </a:solidFill>
      </p:bgPr>
    </p:bg>
    <p:spTree>
      <p:nvGrpSpPr>
        <p:cNvPr id="1" name=""/>
        <p:cNvGrpSpPr/>
        <p:nvPr/>
      </p:nvGrpSpPr>
      <p:grpSpPr>
        <a:xfrm>
          <a:off x="0" y="0"/>
          <a:ext cx="0" cy="0"/>
          <a:chOff x="0" y="0"/>
          <a:chExt cx="0" cy="0"/>
        </a:xfrm>
      </p:grpSpPr>
      <p:pic>
        <p:nvPicPr>
          <p:cNvPr id="2" name="Image 0" descr="Página 1 del plan de Felipe">    </p:cNvPr>
          <p:cNvPicPr>
            <a:picLocks noChangeAspect="1"/>
          </p:cNvPicPr>
          <p:nvPr/>
        </p:nvPicPr>
        <p:blipFill>
          <a:blip r:embed="rId1"/>
          <a:stretch>
            <a:fillRect/>
          </a:stretch>
        </p:blipFill>
        <p:spPr>
          <a:xfrm>
            <a:off x="0" y="0"/>
            <a:ext cx="9144000" cy="86106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6"/>
        </a:solidFill>
      </p:bgPr>
    </p:bg>
    <p:spTree>
      <p:nvGrpSpPr>
        <p:cNvPr id="1" name=""/>
        <p:cNvGrpSpPr/>
        <p:nvPr/>
      </p:nvGrpSpPr>
      <p:grpSpPr>
        <a:xfrm>
          <a:off x="0" y="0"/>
          <a:ext cx="0" cy="0"/>
          <a:chOff x="0" y="0"/>
          <a:chExt cx="0" cy="0"/>
        </a:xfrm>
      </p:grpSpPr>
      <p:pic>
        <p:nvPicPr>
          <p:cNvPr id="2" name="Image 0" descr="Página 2 del plan de Felipe">    </p:cNvPr>
          <p:cNvPicPr>
            <a:picLocks noChangeAspect="1"/>
          </p:cNvPicPr>
          <p:nvPr/>
        </p:nvPicPr>
        <p:blipFill>
          <a:blip r:embed="rId1"/>
          <a:stretch>
            <a:fillRect/>
          </a:stretch>
        </p:blipFill>
        <p:spPr>
          <a:xfrm>
            <a:off x="0" y="0"/>
            <a:ext cx="9144000" cy="861063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6"/>
        </a:solidFill>
      </p:bgPr>
    </p:bg>
    <p:spTree>
      <p:nvGrpSpPr>
        <p:cNvPr id="1" name=""/>
        <p:cNvGrpSpPr/>
        <p:nvPr/>
      </p:nvGrpSpPr>
      <p:grpSpPr>
        <a:xfrm>
          <a:off x="0" y="0"/>
          <a:ext cx="0" cy="0"/>
          <a:chOff x="0" y="0"/>
          <a:chExt cx="0" cy="0"/>
        </a:xfrm>
      </p:grpSpPr>
      <p:pic>
        <p:nvPicPr>
          <p:cNvPr id="2" name="Image 0" descr="Página 3 del plan de Felipe">    </p:cNvPr>
          <p:cNvPicPr>
            <a:picLocks noChangeAspect="1"/>
          </p:cNvPicPr>
          <p:nvPr/>
        </p:nvPicPr>
        <p:blipFill>
          <a:blip r:embed="rId1"/>
          <a:stretch>
            <a:fillRect/>
          </a:stretch>
        </p:blipFill>
        <p:spPr>
          <a:xfrm>
            <a:off x="0" y="0"/>
            <a:ext cx="9144000" cy="86106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6"/>
        </a:solidFill>
      </p:bgPr>
    </p:bg>
    <p:spTree>
      <p:nvGrpSpPr>
        <p:cNvPr id="1" name=""/>
        <p:cNvGrpSpPr/>
        <p:nvPr/>
      </p:nvGrpSpPr>
      <p:grpSpPr>
        <a:xfrm>
          <a:off x="0" y="0"/>
          <a:ext cx="0" cy="0"/>
          <a:chOff x="0" y="0"/>
          <a:chExt cx="0" cy="0"/>
        </a:xfrm>
      </p:grpSpPr>
      <p:pic>
        <p:nvPicPr>
          <p:cNvPr id="2" name="Image 0" descr="Página 4 del plan de Felipe">    </p:cNvPr>
          <p:cNvPicPr>
            <a:picLocks noChangeAspect="1"/>
          </p:cNvPicPr>
          <p:nvPr/>
        </p:nvPicPr>
        <p:blipFill>
          <a:blip r:embed="rId1"/>
          <a:stretch>
            <a:fillRect/>
          </a:stretch>
        </p:blipFill>
        <p:spPr>
          <a:xfrm>
            <a:off x="0" y="0"/>
            <a:ext cx="9144000" cy="861063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6"/>
        </a:solidFill>
      </p:bgPr>
    </p:bg>
    <p:spTree>
      <p:nvGrpSpPr>
        <p:cNvPr id="1" name=""/>
        <p:cNvGrpSpPr/>
        <p:nvPr/>
      </p:nvGrpSpPr>
      <p:grpSpPr>
        <a:xfrm>
          <a:off x="0" y="0"/>
          <a:ext cx="0" cy="0"/>
          <a:chOff x="0" y="0"/>
          <a:chExt cx="0" cy="0"/>
        </a:xfrm>
      </p:grpSpPr>
      <p:pic>
        <p:nvPicPr>
          <p:cNvPr id="2" name="Image 0" descr="Página 5 del plan de Felipe">    </p:cNvPr>
          <p:cNvPicPr>
            <a:picLocks noChangeAspect="1"/>
          </p:cNvPicPr>
          <p:nvPr/>
        </p:nvPicPr>
        <p:blipFill>
          <a:blip r:embed="rId1"/>
          <a:stretch>
            <a:fillRect/>
          </a:stretch>
        </p:blipFill>
        <p:spPr>
          <a:xfrm>
            <a:off x="0" y="0"/>
            <a:ext cx="9144000" cy="861063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6"/>
        </a:solidFill>
      </p:bgPr>
    </p:bg>
    <p:spTree>
      <p:nvGrpSpPr>
        <p:cNvPr id="1" name=""/>
        <p:cNvGrpSpPr/>
        <p:nvPr/>
      </p:nvGrpSpPr>
      <p:grpSpPr>
        <a:xfrm>
          <a:off x="0" y="0"/>
          <a:ext cx="0" cy="0"/>
          <a:chOff x="0" y="0"/>
          <a:chExt cx="0" cy="0"/>
        </a:xfrm>
      </p:grpSpPr>
      <p:pic>
        <p:nvPicPr>
          <p:cNvPr id="2" name="Image 0" descr="Página 6 del plan de Felipe">    </p:cNvPr>
          <p:cNvPicPr>
            <a:picLocks noChangeAspect="1"/>
          </p:cNvPicPr>
          <p:nvPr/>
        </p:nvPicPr>
        <p:blipFill>
          <a:blip r:embed="rId1"/>
          <a:stretch>
            <a:fillRect/>
          </a:stretch>
        </p:blipFill>
        <p:spPr>
          <a:xfrm>
            <a:off x="0" y="0"/>
            <a:ext cx="9144000" cy="86106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6"/>
        </a:solidFill>
      </p:bgPr>
    </p:bg>
    <p:spTree>
      <p:nvGrpSpPr>
        <p:cNvPr id="1" name=""/>
        <p:cNvGrpSpPr/>
        <p:nvPr/>
      </p:nvGrpSpPr>
      <p:grpSpPr>
        <a:xfrm>
          <a:off x="0" y="0"/>
          <a:ext cx="0" cy="0"/>
          <a:chOff x="0" y="0"/>
          <a:chExt cx="0" cy="0"/>
        </a:xfrm>
      </p:grpSpPr>
      <p:pic>
        <p:nvPicPr>
          <p:cNvPr id="2" name="Image 0" descr="Página 7 del plan de Felipe">    </p:cNvPr>
          <p:cNvPicPr>
            <a:picLocks noChangeAspect="1"/>
          </p:cNvPicPr>
          <p:nvPr/>
        </p:nvPicPr>
        <p:blipFill>
          <a:blip r:embed="rId1"/>
          <a:stretch>
            <a:fillRect/>
          </a:stretch>
        </p:blipFill>
        <p:spPr>
          <a:xfrm>
            <a:off x="0" y="0"/>
            <a:ext cx="9144000" cy="86106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6"/>
        </a:solidFill>
      </p:bgPr>
    </p:bg>
    <p:spTree>
      <p:nvGrpSpPr>
        <p:cNvPr id="1" name=""/>
        <p:cNvGrpSpPr/>
        <p:nvPr/>
      </p:nvGrpSpPr>
      <p:grpSpPr>
        <a:xfrm>
          <a:off x="0" y="0"/>
          <a:ext cx="0" cy="0"/>
          <a:chOff x="0" y="0"/>
          <a:chExt cx="0" cy="0"/>
        </a:xfrm>
      </p:grpSpPr>
      <p:pic>
        <p:nvPicPr>
          <p:cNvPr id="2" name="Image 0" descr="Página 8 del plan de Felipe">    </p:cNvPr>
          <p:cNvPicPr>
            <a:picLocks noChangeAspect="1"/>
          </p:cNvPicPr>
          <p:nvPr/>
        </p:nvPicPr>
        <p:blipFill>
          <a:blip r:embed="rId1"/>
          <a:stretch>
            <a:fillRect/>
          </a:stretch>
        </p:blipFill>
        <p:spPr>
          <a:xfrm>
            <a:off x="0" y="0"/>
            <a:ext cx="9144000" cy="86106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6"/>
        </a:solidFill>
      </p:bgPr>
    </p:bg>
    <p:spTree>
      <p:nvGrpSpPr>
        <p:cNvPr id="1" name=""/>
        <p:cNvGrpSpPr/>
        <p:nvPr/>
      </p:nvGrpSpPr>
      <p:grpSpPr>
        <a:xfrm>
          <a:off x="0" y="0"/>
          <a:ext cx="0" cy="0"/>
          <a:chOff x="0" y="0"/>
          <a:chExt cx="0" cy="0"/>
        </a:xfrm>
      </p:grpSpPr>
      <p:pic>
        <p:nvPicPr>
          <p:cNvPr id="2" name="Image 0" descr="Página 9 del plan de Felipe">    </p:cNvPr>
          <p:cNvPicPr>
            <a:picLocks noChangeAspect="1"/>
          </p:cNvPicPr>
          <p:nvPr/>
        </p:nvPicPr>
        <p:blipFill>
          <a:blip r:embed="rId1"/>
          <a:stretch>
            <a:fillRect/>
          </a:stretch>
        </p:blipFill>
        <p:spPr>
          <a:xfrm>
            <a:off x="0" y="0"/>
            <a:ext cx="9144000" cy="86106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6"/>
        </a:solidFill>
      </p:bgPr>
    </p:bg>
    <p:spTree>
      <p:nvGrpSpPr>
        <p:cNvPr id="1" name=""/>
        <p:cNvGrpSpPr/>
        <p:nvPr/>
      </p:nvGrpSpPr>
      <p:grpSpPr>
        <a:xfrm>
          <a:off x="0" y="0"/>
          <a:ext cx="0" cy="0"/>
          <a:chOff x="0" y="0"/>
          <a:chExt cx="0" cy="0"/>
        </a:xfrm>
      </p:grpSpPr>
      <p:pic>
        <p:nvPicPr>
          <p:cNvPr id="2" name="Image 0" descr="Página 10 del plan de Felipe">    </p:cNvPr>
          <p:cNvPicPr>
            <a:picLocks noChangeAspect="1"/>
          </p:cNvPicPr>
          <p:nvPr/>
        </p:nvPicPr>
        <p:blipFill>
          <a:blip r:embed="rId1"/>
          <a:stretch>
            <a:fillRect/>
          </a:stretch>
        </p:blipFill>
        <p:spPr>
          <a:xfrm>
            <a:off x="0" y="0"/>
            <a:ext cx="9144000" cy="861063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 NEXO · Felipe · 4º ESO · Repaso general</dc:title>
  <dc:subject>PptxGenJS Presentation</dc:subject>
  <dc:creator>Nexo Académico</dc:creator>
  <cp:lastModifiedBy>Nexo Académico</cp:lastModifiedBy>
  <cp:revision>1</cp:revision>
  <dcterms:created xsi:type="dcterms:W3CDTF">2026-10-19T14:43:23Z</dcterms:created>
  <dcterms:modified xsi:type="dcterms:W3CDTF">2026-10-19T14:43:23Z</dcterms:modified>
</cp:coreProperties>
</file>